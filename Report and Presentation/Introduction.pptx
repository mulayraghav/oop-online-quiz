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da Bold" charset="1" panose="02000803000000000000"/>
      <p:regular r:id="rId17"/>
    </p:embeddedFont>
    <p:embeddedFont>
      <p:font typeface="Monda" charset="1" panose="02000503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programiz.com/cpp-programming" TargetMode="External" Type="http://schemas.openxmlformats.org/officeDocument/2006/relationships/hyperlink"/><Relationship Id="rId11" Target="https://stackoverflow.com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https://www.geeksforgeeks.org" TargetMode="External" Type="http://schemas.openxmlformats.org/officeDocument/2006/relationships/hyperlink"/><Relationship Id="rId8" Target="https://www.w3schools.com/cpp/cpp_files.asp" TargetMode="External" Type="http://schemas.openxmlformats.org/officeDocument/2006/relationships/hyperlink"/><Relationship Id="rId9" Target="https://www.tutorialspoint.com/cplusplus/cpp_classes_objects.htm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387991" y="612998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906" y="2105834"/>
            <a:ext cx="17590189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b="true" sz="480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TITLE : </a:t>
            </a:r>
            <a:r>
              <a:rPr lang="en-US" sz="4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ONLINE QUIZ MANAGEMENT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056702"/>
            <a:ext cx="1574691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Dep</a:t>
            </a:r>
            <a:r>
              <a:rPr lang="en-US" sz="30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artment of Computer Science and Engineering (Artificial Intelligence), 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Vishwakarma Institute of Technology, Pune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209" y="3925957"/>
            <a:ext cx="338665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RAGHAV MULAY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CSE(AI) - D2 - 26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12413749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2613" y="3925957"/>
            <a:ext cx="338665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MUSTAFA NAZIR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CSE(AI) - D2 - 29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12414013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6266" y="4783136"/>
            <a:ext cx="3885268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2B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GUIDE: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Prof. Roshani V. Pawar</a:t>
            </a:r>
          </a:p>
          <a:p>
            <a:pPr algn="ctr">
              <a:lnSpc>
                <a:spcPts val="37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928268" y="5662260"/>
            <a:ext cx="3806541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YASHRAJ NAGARGOJE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CSE(AI) - D2 - 31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12414910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2613" y="5662260"/>
            <a:ext cx="3386659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PARTH NAIK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CSE(AI) - D2 - 32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12414737</a:t>
            </a:r>
          </a:p>
          <a:p>
            <a:pPr algn="ctr">
              <a:lnSpc>
                <a:spcPts val="378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true" rot="0">
            <a:off x="-2509394" y="-159418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225216" y="-1437499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2012" y="2794670"/>
            <a:ext cx="14150745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 Online Quiz Management System is a terminal-based C++ project.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Designed to automate quiz creation, participation, and result evaluation.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Enables admins to manage questions and students to take quizzes.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Uses Object-Oriented Programming (OOP) concepts such as:</a:t>
            </a:r>
          </a:p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- Classes and Objects</a:t>
            </a:r>
          </a:p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- </a:t>
            </a: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Inheritance and Encapsulation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Includes </a:t>
            </a: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file handling to store and retrieve quiz data and results.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Provides a simple, reliable, and interactive platform for conducting quizzes.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Aims to reduce manual work and improve the efficiency of quiz management.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7884" y="882917"/>
            <a:ext cx="967223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62022" y="904875"/>
            <a:ext cx="1375903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9834" y="3136087"/>
            <a:ext cx="14150745" cy="5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Conducting and managing quizzes manually is time-consuming and error-prone.</a:t>
            </a:r>
          </a:p>
          <a:p>
            <a:pPr algn="just" marL="669289" indent="-334645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Difficult to maintain and update large sets of questions and results efficiently.</a:t>
            </a:r>
          </a:p>
          <a:p>
            <a:pPr algn="just" marL="669289" indent="-334645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No easy way to evaluate students</a:t>
            </a: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au</a:t>
            </a: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tomatically in a traditional setup.</a:t>
            </a:r>
          </a:p>
          <a:p>
            <a:pPr algn="just" marL="669289" indent="-334645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La</a:t>
            </a: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ck of centralized system for storing and retrieving quiz data.</a:t>
            </a:r>
          </a:p>
          <a:p>
            <a:pPr algn="just" marL="669289" indent="-334645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Need for a simple, user-friendly, and reliable quiz management solution using OOP principles.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62022" y="904875"/>
            <a:ext cx="1375903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309" y="3224149"/>
            <a:ext cx="14150745" cy="603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Develop a console-based Online Quiz Management System using C++ and OOP concepts.</a:t>
            </a:r>
          </a:p>
          <a:p>
            <a:pPr algn="just" marL="669289" indent="-334645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Allow admin users to add questions and view student results easily.</a:t>
            </a:r>
          </a:p>
          <a:p>
            <a:pPr algn="just" marL="669289" indent="-334645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Enable students</a:t>
            </a: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to register, login, attempt quizzes, and view their results.</a:t>
            </a:r>
          </a:p>
          <a:p>
            <a:pPr algn="just" marL="669289" indent="-334645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Store questions and results in files for persistent storage.</a:t>
            </a:r>
          </a:p>
          <a:p>
            <a:pPr algn="just" marL="669289" indent="-334645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Apply OOP principles like classes, inheritance, and file handling for modularity.</a:t>
            </a:r>
          </a:p>
          <a:p>
            <a:pPr algn="just" marL="669289" indent="-334645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Ensure the system is simple, interactive, and easy to use.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64484" y="374650"/>
            <a:ext cx="1375903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8209" y="1532563"/>
            <a:ext cx="16886664" cy="910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Admin Functionalities:    - Login with secure credentials.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Add new quiz questions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View all questions in a structured format.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View student quiz results with score, date, and time.</a:t>
            </a:r>
          </a:p>
          <a:p>
            <a:pPr algn="just">
              <a:lnSpc>
                <a:spcPts val="4815"/>
              </a:lnSpc>
            </a:pP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tudent Functionalities: - Register as a new student.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Login with registered credentials.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Attempt the quiz with multiple-choice qu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estions.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View personal quiz results.</a:t>
            </a:r>
          </a:p>
          <a:p>
            <a:pPr algn="just">
              <a:lnSpc>
                <a:spcPts val="4815"/>
              </a:lnSpc>
            </a:pP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General Functionalities: - File-based data storage (CSV files) – no database required.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Dynamic question handling – admin can add questions anytime.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Maintains user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and quiz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data persistently.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                                  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Terminal-based interface for simplicity and clarity.</a:t>
            </a:r>
          </a:p>
          <a:p>
            <a:pPr algn="just">
              <a:lnSpc>
                <a:spcPts val="48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64484" y="374650"/>
            <a:ext cx="1375903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SYSTEM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8627" y="1532563"/>
            <a:ext cx="14150745" cy="849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User Class – Base class for Admin and Student.</a:t>
            </a: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Admin Class – Inherits from User; can add questions, view questions, and view student results.</a:t>
            </a: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 Class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– Inheri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ts from User; can register, login, attempt quiz, and view results.</a:t>
            </a: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Quiz Class – Handles loading questions, storing questions in memory, and providing questions for quizzes.</a:t>
            </a: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File Handling –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- questions.csv stores quiz questions with options and correct answer.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students.csv stores registered student usernames and passwords.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results.csv stores quiz results with student name, score, date, and time.</a:t>
            </a:r>
          </a:p>
          <a:p>
            <a:pPr algn="just" marL="604519" indent="-302260" lvl="1">
              <a:lnSpc>
                <a:spcPts val="4815"/>
              </a:lnSpc>
              <a:buFont typeface="Arial"/>
              <a:buChar char="•"/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Workflow –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- Admin logs in → manages questions and views results.</a:t>
            </a:r>
          </a:p>
          <a:p>
            <a:pPr algn="just">
              <a:lnSpc>
                <a:spcPts val="4815"/>
              </a:lnSpc>
            </a:pP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         - </a:t>
            </a:r>
            <a:r>
              <a:rPr lang="en-US" sz="279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 registers/logs in → attempts quiz → result saved in file.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66166" y="904875"/>
            <a:ext cx="1375903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0309" y="2809875"/>
            <a:ext cx="14150745" cy="644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Start the program and display the main menu.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Admin login: Enter credentials to access admin menu.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Admin can add questions and view student results.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 registration: New users create an account.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 login: Registered users enter credentials.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Students can attempt quizzes stored in files.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After quiz completion, scores and attempt details are saved in files.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Students can view their quiz results anytime.</a:t>
            </a:r>
          </a:p>
          <a:p>
            <a:pPr algn="just" marL="647700" indent="-323850" lvl="1">
              <a:lnSpc>
                <a:spcPts val="5700"/>
              </a:lnSpc>
              <a:buFont typeface="Arial"/>
              <a:buChar char="•"/>
            </a:pPr>
            <a:r>
              <a:rPr lang="en-US" sz="30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System continues in a loop until exit is selected.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66166" y="904875"/>
            <a:ext cx="1375903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TOOLS OR TECHNIQUES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7212" y="2280163"/>
            <a:ext cx="15173576" cy="850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Programming Language: C++ for implementing Object-Oriented Programming concepts.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IDE/Compiler: Visual Studio  VS Code for development and compilation.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File Handling: Used CSV files to store questions, student credentials, and quiz results persistently.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Object-Oriented Concepts: Classes, Inheritance, and Polymorphism for modular and reusable code.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User Interaction: Console-based interface for simple and interactive experience.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Data Management: Dynamic reading and writing of data to maintain question bank and results.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Error Handling: Basic input validation and file operation checks to prevent crashes.</a:t>
            </a:r>
          </a:p>
          <a:p>
            <a:pPr algn="just" marL="604521" indent="-302261" lvl="1">
              <a:lnSpc>
                <a:spcPts val="4816"/>
              </a:lnSpc>
              <a:buFont typeface="Arial"/>
              <a:buChar char="•"/>
            </a:pPr>
            <a:r>
              <a:rPr lang="en-US" sz="28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Portability: Can run on any system with C++ compiler without additional dependencies.</a:t>
            </a:r>
          </a:p>
          <a:p>
            <a:pPr algn="just">
              <a:lnSpc>
                <a:spcPts val="481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66166" y="904875"/>
            <a:ext cx="1375903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1808" y="2391791"/>
            <a:ext cx="14544384" cy="686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Successfully developed a console-based Online Quiz Management System using C++ and OOP concepts.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Demonstrated key OOP principles like classes, inheritance, and modular design.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Persistent storage allows questions and results to be saved and retrieved easily.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Admin and student functionalities implemented for a complete quiz workflow.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 system is simple, interactive, and easy to use for both admins and students.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Provides a strong foundation for future enhancements, such as GUI integration or online features.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299028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66166" y="904875"/>
            <a:ext cx="1375903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REFERANCES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1808" y="2549247"/>
            <a:ext cx="14544384" cy="686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GeeksforGeeks – C++ Object-Oriented Programming Concepts. </a:t>
            </a:r>
            <a:r>
              <a:rPr lang="en-US" sz="2900" u="sng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  <a:hlinkClick r:id="rId7" tooltip="https://www.geeksforgeeks.org"/>
              </a:rPr>
              <a:t>https://www.geeksforgeeks.org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W3Schools – C++ File Handling Tutorial. </a:t>
            </a:r>
            <a:r>
              <a:rPr lang="en-US" sz="2900" u="sng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  <a:hlinkClick r:id="rId8" tooltip="https://www.w3schools.com/cpp/cpp_files.asp"/>
              </a:rPr>
              <a:t>https://www.w3schools.com/cpp/cpp_files.asp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TutorialsPoint – C++ Classes and Objects. </a:t>
            </a:r>
            <a:r>
              <a:rPr lang="en-US" sz="2900" u="sng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  <a:hlinkClick r:id="rId9" tooltip="https://www.tutorialspoint.com/cplusplus/cpp_classes_objects.htm"/>
              </a:rPr>
              <a:t>https://www.tutorialspoint.com/cplusplus/cpp_classes_objects.htm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Programiz – C++ Inheritance and Polymorphism. </a:t>
            </a:r>
            <a:r>
              <a:rPr lang="en-US" sz="2900" u="sng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  <a:hlinkClick r:id="rId10" tooltip="https://www.programiz.com/cpp-programming"/>
              </a:rPr>
              <a:t>https://www.programiz.com/cpp-programming</a:t>
            </a:r>
          </a:p>
          <a:p>
            <a:pPr algn="just" marL="626111" indent="-313055" lvl="1">
              <a:lnSpc>
                <a:spcPts val="4988"/>
              </a:lnSpc>
              <a:buFont typeface="Arial"/>
              <a:buChar char="•"/>
            </a:pPr>
            <a:r>
              <a:rPr lang="en-US" sz="290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Stack Overflow – Various code examples and practical solutions. </a:t>
            </a:r>
            <a:r>
              <a:rPr lang="en-US" sz="2900" u="sng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  <a:hlinkClick r:id="rId11" tooltip="https://stackoverflow.com"/>
              </a:rPr>
              <a:t>https://stackoverflow.com</a:t>
            </a:r>
          </a:p>
          <a:p>
            <a:pPr algn="just">
              <a:lnSpc>
                <a:spcPts val="498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3480" y="4136923"/>
            <a:ext cx="12801040" cy="18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b="true" sz="106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DAG3nXdvytQ</dc:identifier>
  <dcterms:modified xsi:type="dcterms:W3CDTF">2011-08-01T06:04:30Z</dcterms:modified>
  <cp:revision>1</cp:revision>
  <dc:title>Introduction</dc:title>
</cp:coreProperties>
</file>